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M141 · LB3 Praxisarbeit</a:t>
            </a:r>
          </a:p>
          <a:p>
            <a:pPr algn="l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Backpacker_LB3 — Migration in die eigene Cloud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9D4D9"/>
                </a:solidFill>
                <a:latin typeface="Calibri"/>
              </a:rPr>
              <a:t>Von Access zu MariaDB: lokal aufgebaut, gehärtet und in eine selbst gehostete Homelab-Cloud migriert — statt Managed-Provider.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FA3AB"/>
                </a:solidFill>
                <a:latin typeface="Calibri"/>
              </a:rPr>
              <a:t>TBZ · Modul 141 «DB-Systeme in Betrieb nehmen» · Demo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SETUP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3"/>
                </a:solidFill>
                <a:latin typeface="Calibri"/>
              </a:rPr>
              <a:t>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CSV (Access)   ➜   lokale MariaDB (Staging → Bereinigung → 2.NF)   ➜   mysqldump   ➜  TLS  ➜   eigene Cloud-DB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▸  Cloud = LXC-Container «cloud-db-giovanni» (CT 9003) auf dem eigenen Proxmox-Host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▸  Endpoint 192.168.1.62:3306 · MariaDB 11.8 · utf8mb4 · InnoDB · 5 Foreign Keys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▸  TLS erzwungen (require_secure_transport=ON, TLSv1.3, eigene CA mit SAN)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▸  IP-Allowlist per Proxmox-Firewall — nur berechtigte Quell-IPs, sonst DROP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▸  Zugriff ausschliesslich per mysql-CLI mit CA-Verifikation (--ssl-ca)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A72"/>
                </a:solidFill>
                <a:latin typeface="Calibri"/>
              </a:rPr>
              <a:t>M141 LB3 · Backpacker_LB3 · eigene Cloud-DB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WER DARF WAS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3"/>
                </a:solidFill>
                <a:latin typeface="Calibri"/>
              </a:rPr>
              <a:t>Zugriffskontrolle (DCL)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1B2A33"/>
                </a:solidFill>
                <a:latin typeface="Calibri"/>
              </a:rPr>
              <a:t>2 Rollen + 3 User — alle Cloud-User mit REQUIRE SSL: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A33"/>
                </a:solidFill>
                <a:latin typeface="Calibri"/>
              </a:rPr>
              <a:t>▸  role_benutzer (Empfang):  Buchungen/Positionen voll · Gäste ohne DELETE · Spalte «Password» NIE lesbar · «deaktiviert» nur lesbar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A33"/>
                </a:solidFill>
                <a:latin typeface="Calibri"/>
              </a:rPr>
              <a:t>▸  role_management:  alles voll — ausser Buchungen/Positionen = nur SELECT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A33"/>
                </a:solidFill>
                <a:latin typeface="Calibri"/>
              </a:rPr>
              <a:t>▸  giovanni_dba:  ALL PRIVILEGES auf die DB (Administration)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0F766E"/>
                </a:solidFill>
                <a:latin typeface="Calibri"/>
              </a:rPr>
              <a:t>▸  → Zugriffsmatrix bis auf SPALTEN-Ebene erzwungen — Verstösse enden in ERROR 1142 / 1143 (live vorführbar)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A72"/>
                </a:solidFill>
                <a:latin typeface="Calibri"/>
              </a:rPr>
              <a:t>M141 LB3 · Backpacker_LB3 · eigene Cloud-DB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LOKAL ➜ CLOUD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3"/>
                </a:solidFill>
                <a:latin typeface="Calibri"/>
              </a:rPr>
              <a:t>Automatisierte Migration (DDL + DML)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▸  Ein Skript: DB anlegen → Dump einspielen (Struktur + Daten, --single-transaction) → DCL anwenden → Smoke-Test — alles über TLS, &lt; 1 Minute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▸  Idempotent: kompletter Lauf ZWEIMAL ausgeführt — identisches Ergebnis, 0 Fehler (Beweis: VERIFICATION.md §1)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▸  Personalisierter Migrations-Testdatensatz «Giovanni-Test» in der Cloud verifiziert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A6A72"/>
                </a:solidFill>
                <a:latin typeface="Calibri"/>
              </a:rPr>
              <a:t>Row-Counts lokal = Cloud: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E8B57"/>
                </a:solidFill>
                <a:latin typeface="Calibri"/>
              </a:rPr>
              <a:t>personen 2036 · benutzer 11 · land 82 · leistung 8 · buchung 1006 · positionen 1746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A72"/>
                </a:solidFill>
                <a:latin typeface="Calibri"/>
              </a:rPr>
              <a:t>M141 LB3 · Backpacker_LB3 · eigene Cloud-DB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SICHERHEIT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3"/>
                </a:solidFill>
                <a:latin typeface="Calibri"/>
              </a:rPr>
              <a:t>Härtung — 8 Punkte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1.  TLS erzwungen + REQUIRE SSL je User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2.  Eigene CA + Server-Zertifikat (SAN auf Endpoint-IP)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3.  IP-Allowlist — kein 0.0.0.0/0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4.  Default-Deny (policy_in: DROP)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5.  local-infile = 0 (kein LOAD DATA LOCAL)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6.  skip-name-resolve (keine DNS-Lookups)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7.  slow_query_log + error_log aktiv</a:t>
            </a:r>
          </a:p>
          <a:p>
            <a:pPr algn="l">
              <a:spcAft>
                <a:spcPts val="18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8.  Least Privilege: Admin- vs. App-User getrennt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Jeder Punkt einzeln live belegt — VERIFICATION.md §3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A72"/>
                </a:solidFill>
                <a:latin typeface="Calibri"/>
              </a:rPr>
              <a:t>M141 LB3 · Backpacker_LB3 · eigene Cloud-DB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QUALITÄT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3"/>
                </a:solidFill>
                <a:latin typeface="Calibri"/>
              </a:rPr>
              <a:t>Testergebnisse — alles grün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E8B57"/>
                </a:solidFill>
                <a:latin typeface="Calibri"/>
              </a:rPr>
              <a:t>▸  Lokal: 13 Konsistenz-Checks (FKs, Sentinels, Duplikate) + 19 Rollen-Tests positiv/negativ — alle ✓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E8B57"/>
                </a:solidFill>
                <a:latin typeface="Calibri"/>
              </a:rPr>
              <a:t>▸  Cloud: Counts identisch · 5 FKs · utf8mb4 · Rollen greifen · Klartext abgewiesen (ERROR 3159)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E8B57"/>
                </a:solidFill>
                <a:latin typeface="Calibri"/>
              </a:rPr>
              <a:t>▸  Negativ-Tests treffen exakt ein: 1142 (Tabelle verweigert) · 1143 (Spalte verweigert) · 3159 (TLS-Pflicht)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A33"/>
                </a:solidFill>
                <a:latin typeface="Calibri"/>
              </a:rPr>
              <a:t>▸  Ehrlich erklärt: 22 Positionen mit negativer Anzahl/Preis = BEWUSST erlaubte Stornos (dokumentiert) — echte CHECK-Verletzungen: 0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5A6A72"/>
                </a:solidFill>
                <a:latin typeface="Calibri"/>
              </a:rPr>
              <a:t>▸  Jeder Nachweis doppelt: Screenshot + rohe Konsolen-Ausgabe im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A72"/>
                </a:solidFill>
                <a:latin typeface="Calibri"/>
              </a:rPr>
              <a:t>M141 LB3 · Backpacker_LB3 · eigene Cloud-DB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ENTSCHEID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3"/>
                </a:solidFill>
                <a:latin typeface="Calibri"/>
              </a:rPr>
              <a:t>Warum eigene Cloud statt Aiven/AWS?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0F766E"/>
                </a:solidFill>
                <a:latin typeface="Calibri"/>
              </a:rPr>
              <a:t>▸  Rahmen: «Andere oder eigene Cloud-DB gibt +» — die eigene Cloud ist die Max-Bonus-Option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▸  AWS: kein TBZ-Schulungsaccount · Aiven: evaluiert (gewichtete Matrix, MS_A_Cloud_Evaluation.md)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B2A33"/>
                </a:solidFill>
                <a:latin typeface="Calibri"/>
              </a:rPr>
              <a:t>▸  Eigene Cloud zeigt, was Managed-Dienste verstecken: TLS-Setup, Zertifikate, Firewall, Härtung — alles selbst gebaut, dokumentiert, reproduzierbar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5A6A72"/>
                </a:solidFill>
                <a:latin typeface="Calibri"/>
              </a:rPr>
              <a:t>▸  Trade-off transparent: Betrieb in Eigenverantwortung — inkl. real erlebtem Host-Ausfall und host-agnostischem Re-Deployment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A72"/>
                </a:solidFill>
                <a:latin typeface="Calibri"/>
              </a:rPr>
              <a:t>M141 LB3 · Backpacker_LB3 · eigene Cloud-DB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JETZT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3"/>
                </a:solidFill>
                <a:latin typeface="Calibri"/>
              </a:rPr>
              <a:t>Live-Demo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0">
                <a:solidFill>
                  <a:srgbClr val="1B2A33"/>
                </a:solidFill>
                <a:latin typeface="Calibri"/>
              </a:rPr>
              <a:t>1.  Preflight:  ein Befehl, 21 Checks, Auto-Heal  →  GO / NO-GO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B2A33"/>
                </a:solidFill>
                <a:latin typeface="Calibri"/>
              </a:rPr>
              <a:t>2.  3 User verbinden per TLS:  benutzer · manager · dba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B2A33"/>
                </a:solidFill>
                <a:latin typeface="Calibri"/>
              </a:rPr>
              <a:t>3.  Pro User: 1 erlaubte + 1 verbotene Aktion (ERROR 1142/1143 live)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B2A33"/>
                </a:solidFill>
                <a:latin typeface="Calibri"/>
              </a:rPr>
              <a:t>4.  Finale: Klartext-Login scheitert — ERROR 3159 (TLS-Pflicht bewiesen)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A6A72"/>
                </a:solidFill>
                <a:latin typeface="Calibri"/>
              </a:rPr>
              <a:t>Sicherheitsnetz: Golden Snapshot — Rollback in &lt; 1 Minute.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Fragen?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A72"/>
                </a:solidFill>
                <a:latin typeface="Calibri"/>
              </a:rPr>
              <a:t>M141 LB3 · Backpacker_LB3 · eigene Cloud-DB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